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834640"/>
            <a:ext cx="117317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Stack de Observabilidade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D3EE"/>
                </a:solidFill>
              </a:rPr>
              <a:t>Loki  ·  Grafana  ·  Prometheus  ·  Alloy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Monitoramento unificado de logs e métricas
para ambientes corporativos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Infraestrutura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Como está hoje — sem observabilidade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2743200" cy="3657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🔍  Logs espalhados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03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Cada servidor tem seus logs em /var/log.
Não há busca centralizada.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2743200" cy="3657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⏱  Tempo de resposta lento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5603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Para investigar um erro, você precisa
acessar servidor por servidor via SSH.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645920"/>
            <a:ext cx="2743200" cy="3657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64592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📉  Sem visibilidade de métricas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603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CPU alta? Disco cheio? Você só descobre
quando o usuário liga reclamando.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645920"/>
            <a:ext cx="2743200" cy="3657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64592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🔔  Sem alertas proativos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56032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Sem monitoramento, você reage
aos problemas, não os previne.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Uma plataforma única para logs, métricas e alertas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A stack de observabilidade traz visibilidade completa do ambiente com ferramentas open-source de mercado.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743200" cy="347472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Interface web unificada
para visualizar logs
e métricas em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286000"/>
            <a:ext cx="2743200" cy="347472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286000"/>
            <a:ext cx="2743200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Loki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803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Banco de dados de logs
Indexação por labels
Retenção configurável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286000"/>
            <a:ext cx="2743200" cy="347472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2286000"/>
            <a:ext cx="2743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803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Banco de dados de
métricas temporais
Alertas e queries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2286000"/>
            <a:ext cx="2743200" cy="347472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2286000"/>
            <a:ext cx="2743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Alloy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8803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Agente unificado
Coleta logs e métricas
em cada servidor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Como os componentes se conectam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645920"/>
            <a:ext cx="3474720" cy="41148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64592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636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obs-server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Grafana 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</a:rPr>
              <a:t>Loki :3100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Prometheus :9090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737360"/>
            <a:ext cx="2743200" cy="1371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73736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8745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obs-agent1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286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Alloy :12345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651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logs + métricas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566160"/>
            <a:ext cx="2743200" cy="1371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56616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03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obs-agent2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14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Alloy :12345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480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logs + métricas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1031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push logs → :3100
push metrics → :9090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749039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</a:rPr>
              <a:t>push logs → :3100
push metrics → :9090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560320"/>
            <a:ext cx="2286000" cy="10972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👤  Usuário /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browser :3000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Loki — Centralização de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O que é coletado automaticamente em cada servidor: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74720" cy="1371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 systemd journal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Todos os logs do SO:
SSH, sudo, cron, serviços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011680"/>
            <a:ext cx="3474720" cy="1371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📁  /var/log/messages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Mensagens gerais do sistema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011680"/>
            <a:ext cx="3474720" cy="1371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🔒  /var/log/secure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06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Acessos, autenticações, SSH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3474720" cy="1371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⏰  /var/log/cron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Execuções agendadas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3566160"/>
            <a:ext cx="3474720" cy="13716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🌐  /var/log/httpd/*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160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Logs de aplicações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Exemplo de query (LogQL):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669280"/>
            <a:ext cx="10515600" cy="822960"/>
          </a:xfrm>
          <a:prstGeom prst="rect">
            <a:avLst/>
          </a:prstGeom>
          <a:solidFill>
            <a:srgbClr val="0D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</a:rPr>
              <a:t>{job="systemd-journal"} |= "Failed password"   →  todos os logins SSH recusados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Prometheus — Métricas de Infraestrutura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Métricas coletadas a cada 15 segundos via Grafana Alloy: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🖥️ 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Uso por core e modo
(user, system, idle, iowait)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01168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🧠  Memória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Total, disponível,
buffers, cache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01168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💾  Disco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51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Espaço usado/livre
por partição, I/O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 Rede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Bytes enviados/recebidos
por interface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3749039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⏱️  Uptime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Tempo online,
load average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749039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⚙️  Processos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Processos em execução,
zombies, forks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Exemplo de query (PromQL):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5577840"/>
            <a:ext cx="7315200" cy="822960"/>
          </a:xfrm>
          <a:prstGeom prst="rect">
            <a:avLst/>
          </a:prstGeom>
          <a:solidFill>
            <a:srgbClr val="0D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57150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100 - (avg by (host)(rate(node_cpu_seconds_total{mode='idle'}[5m]))*100)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Grafana — Dashboards e Visualização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Visualização unificada de logs e métricas em um só lugar: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📈  Time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Histórico de CPU, memória
e rede ao longo do tempo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01168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2011680"/>
            <a:ext cx="54864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🎯  Gauge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Percentual atual de uso
de recurso (0–100%)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011680"/>
            <a:ext cx="54864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1488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🔢  Stat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6517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Valor único em destaque
como load ou uptime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54864" cy="1554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86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 Logs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Stream de logs do Loki
com busca em tempo 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749039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749039"/>
            <a:ext cx="54864" cy="15544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3886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Bar Gauge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Comparar uso de disco
entre vários servidores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49039"/>
            <a:ext cx="3474720" cy="15544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749039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38862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🗺️  Heatmap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3891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Densidade de eventos
aolongo do tempo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Alertas Proativos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Grafana Unified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Regras de alerta que disparam automaticamente quando algo foge do normal: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73152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🔴  CPU Alta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957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CPU &gt; 80% por 5 minutos
continuamente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011680"/>
            <a:ext cx="7772400" cy="6858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945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→  Email  ·  Slack  ·  Teams  ·  Webhook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52928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986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🟡  Memória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Memória &gt; 90%
por 2 minutos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2852928"/>
            <a:ext cx="7772400" cy="6858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035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03580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→  Email  ·  Slack  ·  Teams  ·  Webhook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94176"/>
            <a:ext cx="73152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398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🔴  Disco Cheio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782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Disco / &gt; 85%
por 10 minutos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694176"/>
            <a:ext cx="7772400" cy="6858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8770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7705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→  Email  ·  Slack  ·  Teams  ·  Webhook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535424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5811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🟡  Host 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19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Agente parou de enviar
dados por 5 minutos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4535424"/>
            <a:ext cx="7772400" cy="6858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7183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Warning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71830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→  Email  ·  Slack  ·  Teams  ·  Webhook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76672"/>
            <a:ext cx="73152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422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🟡  Muitos Erros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Mais de 50 erros
nos logs em 5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5376672"/>
            <a:ext cx="7772400" cy="68580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55595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555955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→  Email  ·  Slack  ·  Teams  ·  Webhook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💡  Os alertas chegam no canal que você definir: Slack, Teams, e-mail, ou qualquer webhook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Como é feito o deploy — Ansible Air-Gapped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Toda a instalação é automatizada via Ansible. Funciona sem internet nos servidores alvo.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0292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Baixar artefatos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042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Na sua máquina (com internet): binários do Loki, Grafana, Prometheus e Alloy.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50292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34639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34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Transferir para o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72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Copia o pacote (~520 MB) para o servidor que vai rodar o Ansible.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502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Configurar inventário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41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Edita um arquivo com os IPs dos servidores e as senhas de acesso.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26279"/>
            <a:ext cx="502920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71999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719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Executar 3 comandos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91032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ansible-playbook preflight → server → agents. ~5 minutos no total.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94960"/>
            <a:ext cx="50292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7790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Grafana em http://servidor:3000. Logs e métricas chegando automaticamente.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Benefícios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Resposta mais rápida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Identifique a causa raiz de incidentes
em minutos, não em horas.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37160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5486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🔔  Alertas proativos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116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Seja notificado antes que
o usuário perceba o problema.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54864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 Segurança e auditoria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Todos os logins, comandos sudo
e acessos SSH ficam registrados.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01752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301752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1546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Visibilidade completa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57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CPU, memória, disco, rede
de todos os servidores em um painel.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6344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54864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🆓  Open-source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Grafana, Loki e Prometheus são
open-source. Sem licença.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663440"/>
            <a:ext cx="5486400" cy="146304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4663440"/>
            <a:ext cx="5486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800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🚀  Deploy automatizado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3035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Adicionar um novo servidor
leva menos de 5 minutos.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 Fase 1 — Infraestrutura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Deploy da stack no servidor de monitoramento.
Instalar agentes nos servidores críticos.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783080"/>
            <a:ext cx="1920240" cy="5486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</a:rPr>
              <a:t>2 servidores · ~1 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10515600" cy="10972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88920"/>
            <a:ext cx="54864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Fase 2 — Dashboards e alertas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Criar dashboards por equipe.
Configurar alertas de CPU, disco, serviços.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3017520"/>
            <a:ext cx="1920240" cy="5486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</a:rPr>
              <a:t>~3 dias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10515600" cy="10972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54864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🔌  Fase 3 — Integrar aplicações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Adicionar caminhos de log das aplicações.
Configurar parsing de logs JSON.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4251960"/>
            <a:ext cx="1920240" cy="5486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</a:rPr>
              <a:t>Por demanda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10515600" cy="1097280"/>
          </a:xfrm>
          <a:prstGeom prst="rect">
            <a:avLst/>
          </a:prstGeom>
          <a:solidFill>
            <a:srgbClr val="1E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257800"/>
            <a:ext cx="54864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📣  Fase 4 — Notificações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Integrar com Slack/Teams.
Definir canais por severidade.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5486400"/>
            <a:ext cx="1920240" cy="548640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</a:rPr>
              <a:t>~1 dia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17317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22D3EE"/>
                </a:solidFill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Stack:  Loki 3.6  ·  Grafana 13.0  ·  Prometheus 3.11  ·  Alloy 1.9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Documentação completa: docs/instalacao_airgapped.md  ·  docs/guia_operacoes.md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